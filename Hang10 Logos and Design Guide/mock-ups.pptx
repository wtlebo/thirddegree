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>
      <p:cViewPr>
        <p:scale>
          <a:sx n="75" d="100"/>
          <a:sy n="75" d="100"/>
        </p:scale>
        <p:origin x="774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BE29-60DC-D304-C417-FB54059A8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EFD78-F83E-F034-644F-526A29386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DDD7-146E-5649-C40B-F1987CCE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E003-6603-7DF3-12F2-668880A0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9938-34B5-BAEF-70BD-FFF1616B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888F-C0FD-94B3-4FBD-AAA5EB38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3461B-F7AC-5841-0540-6DDFC40CC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2B184-8847-018C-3FD6-E1C583AD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661A7-21D5-B84F-FAE6-2E6E4EB2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89ED1-59A6-0509-BD1D-73DC9C05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8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4B43-F1BD-BC58-DC76-B15E319C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807CA-A008-514A-2A1D-DA61B9D89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05D8-B108-534A-20C4-5D55B81B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71CD6-3103-588D-24AC-F6931595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98691-0E70-30AE-7CE9-3F5A7DB1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66B1-C3EA-B7C3-8782-848BB881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08F0E-D134-C42A-F004-58A0E26A4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4031E-2360-A161-FF37-65ACDA9D5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89BB7-6AF0-5822-69AD-FCF66152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0D5BB-324C-11E8-5D88-6CF67FED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3B270-86DC-FF7D-1390-5615163D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1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454C-9EB7-1267-8F5B-EA8F2F05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7271C-B53A-1793-A35C-4558F5B24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9F5-172B-346C-A7F8-26FAFF08A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89FC9-2992-281E-8135-4214D264B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0D160-227C-3377-650C-C7B487A66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D2515-3FD8-3FFC-0034-142CBB4B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1739A-AC0D-062C-C6A0-6B252ADF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49530-16C2-AAB6-8BF2-34882B5A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5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EB0C-EB9B-041C-3AC1-C0B622E4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44314-02C1-E9CF-0A12-F54CC2A8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E77C7-DBB8-B574-85D1-C33B01B2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2F874-FA1E-0938-2490-C6FCF6BB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BB6CD-4090-761A-76AA-086B51BE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A9998-A7B8-3C04-493C-8EA6E184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065AE-2F21-B469-7B09-6D6359FA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0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2B1E-9945-97EC-171E-C88AB461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B00F5-4EAA-FF4A-A85A-EB83C5374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00251-4A5D-1145-D917-A8D4837ED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543FF-40A6-BCAA-3565-87312661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2A9DC-B552-0A95-44E3-B0B1C3C9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38732-1AF9-979B-C6B9-8A9A598E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3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F25-0205-77EF-F0CB-7CE801CB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36B86-9F02-8A23-F9B0-4A88148F9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95BE4-CBA3-1F00-17A9-C0A87C972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304C6-88C2-7D76-7B8B-2FC698F7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65801-2443-90D0-6169-C3E6F50E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1115C-F1E1-AFA6-39FA-36D7FDD8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7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34D1-CF2D-AA79-B089-77504C49D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FEBC7-003A-925F-09A1-9E9A38256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88D1-716A-222D-3D68-A969CD8F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A17A-0D20-EA38-68A9-504322E1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0F28A-5802-C7D6-8734-A3FF92F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CD2D7-7A77-B438-DBD7-AC50149B4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47DC4-B6EE-DE23-DDDA-17B5E25ED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09D98-4111-AE46-DC10-103E93E7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2D911-A271-0D26-AD6A-7BDC27B7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9A705-B3EA-FB99-18AF-C9214452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560E-BBEB-B20F-D5D5-27B1A96A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74818-0F1C-3B94-1A99-08BC047A9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67954-D767-5582-B288-6D7348150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F27B5-53AA-43CE-A8E4-2E1A34D9FB3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8CCE1-8C9C-FF53-D73A-55A04FB55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F8B80-75F6-9B27-ED96-BE03E148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31C51-994B-4721-8982-983F986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41A362-3820-14C0-8114-A8BABF8C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46" y="452022"/>
            <a:ext cx="7135221" cy="5953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269271-7196-EAD1-9CFA-A6D5B0B3EF1F}"/>
              </a:ext>
            </a:extLst>
          </p:cNvPr>
          <p:cNvSpPr txBox="1"/>
          <p:nvPr/>
        </p:nvSpPr>
        <p:spPr>
          <a:xfrm>
            <a:off x="7787811" y="2291137"/>
            <a:ext cx="2537717" cy="554805"/>
          </a:xfrm>
          <a:prstGeom prst="rect">
            <a:avLst/>
          </a:prstGeom>
          <a:noFill/>
          <a:ln w="57150">
            <a:solidFill>
              <a:srgbClr val="13525D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DB684-6410-BE2B-7575-E7655C04A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345" y="3498318"/>
            <a:ext cx="117173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9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D3BB3D-8415-7F48-E0B0-0C5BF6D4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04" y="821932"/>
            <a:ext cx="2368988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4D5C8C-58B6-DF44-F760-7B31BD31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97" y="821932"/>
            <a:ext cx="2315643" cy="5029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CB00DE-99B6-FDD1-3787-13A66328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645" y="821930"/>
            <a:ext cx="2314514" cy="5029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25706A-B61E-CC27-4CC5-57675DE08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063" y="821929"/>
            <a:ext cx="2312340" cy="5029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19E94-04CC-9B62-23ED-29EC911FC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599" y="802070"/>
            <a:ext cx="2312340" cy="504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4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Lebo</dc:creator>
  <cp:lastModifiedBy>Bill Lebo</cp:lastModifiedBy>
  <cp:revision>1</cp:revision>
  <dcterms:created xsi:type="dcterms:W3CDTF">2026-01-06T13:37:06Z</dcterms:created>
  <dcterms:modified xsi:type="dcterms:W3CDTF">2026-01-06T15:53:00Z</dcterms:modified>
</cp:coreProperties>
</file>