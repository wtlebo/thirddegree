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CF6D"/>
    <a:srgbClr val="09525E"/>
    <a:srgbClr val="D77441"/>
    <a:srgbClr val="ED735F"/>
    <a:srgbClr val="24A191"/>
    <a:srgbClr val="FEF8E3"/>
    <a:srgbClr val="0A535F"/>
    <a:srgbClr val="BB302F"/>
    <a:srgbClr val="F6AF3E"/>
    <a:srgbClr val="FFE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0FD4-D78D-2849-3511-EEB443B80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D09C3-E692-480A-A75C-FB97B095F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28535-7FB7-09C2-EE44-CC32C2B51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0D20D-EFB2-4620-8266-1F051B47B56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AD81B-9F51-46DF-144E-B181F18C7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17D28-75EF-BEE3-2D21-BA888939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E4C-D432-4FE2-AE38-1211E536B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5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45109-7B47-1547-6F3F-8457A03B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E1678-6BDF-F042-B390-500384B5F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EEE0F-E4C9-94FA-B342-904054D8F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0D20D-EFB2-4620-8266-1F051B47B56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E6F52-5508-43A7-5D4D-7581FD15D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B0171-D3CA-B126-832E-3BC9FEB1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E4C-D432-4FE2-AE38-1211E536B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05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8F991-6443-7A62-CDC0-24D073D59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12A7F-0E22-C249-3D13-C4B7C0685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5B51C-ABC1-F9CC-7CA3-D69004332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0D20D-EFB2-4620-8266-1F051B47B56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B1BC1-7A3C-9A76-404B-0623850E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1CB41-C169-548F-D67B-1D8C98B9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E4C-D432-4FE2-AE38-1211E536B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82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E9300-B99E-3861-3AB8-803AEFA9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13CF1-BCED-5990-5C02-DC43F6E29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B806D-0C25-96EA-6762-03EFEF1F6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ED78E-EBB4-D08C-52A6-549A9B7C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0D20D-EFB2-4620-8266-1F051B47B56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7EFBC-38CB-0B15-0D22-3E03672C8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E0B20-8EC8-6866-B706-7254D2E5D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E4C-D432-4FE2-AE38-1211E536B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26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1DB05-76F6-65BB-D210-A6B92B6AF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BF6BF-90DD-512B-D8D3-3A3A7BC95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7798D-37F8-872E-00D6-323EBC739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996A5-351D-5326-C3D1-10A3A876D8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E0EB58-D7E1-6407-F67F-8F992B5E7C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9A7300-C3BC-5B5C-6B3E-94C5068E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0D20D-EFB2-4620-8266-1F051B47B56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BC40FA-445D-32CC-39AD-49B03FEC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413195-07F1-DEEA-5C58-4682BFD3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E4C-D432-4FE2-AE38-1211E536B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526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7487-0D3C-71C5-C4FD-AB1458AF3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0ADE32-5874-709E-64A2-2E6BA51D0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0D20D-EFB2-4620-8266-1F051B47B56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D8311-0043-9F54-E80F-E2370AF8E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8947E-7680-7EAC-005A-85B0DEA5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E4C-D432-4FE2-AE38-1211E536B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31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7E0AA-65FF-A315-91A5-A8723A0C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0D20D-EFB2-4620-8266-1F051B47B56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50DF74-1FAC-D140-71BC-81923BBC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01613-71B9-3599-13E1-5FF05C7B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E4C-D432-4FE2-AE38-1211E536B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26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DD886-9697-F7AD-2236-88C322A10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1703E-ED47-9459-FFB9-8A87F1465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AAEE2-3F0C-E54A-3CDA-2C50F9DB8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1D393-5EAB-F1F2-F201-A168ACE0E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0D20D-EFB2-4620-8266-1F051B47B56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5F107-76F0-29FA-D1DE-8174B18F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C4F7F-71D7-D5F6-F513-869A12B5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E4C-D432-4FE2-AE38-1211E536B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5A163-3A93-D71E-02B2-2AE453DE5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93880B-244E-B19D-DD9A-507926AC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0A7F6-8E28-7872-DF9F-8775C250B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B3FAA-5C1E-722B-78C2-0628EFF52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0D20D-EFB2-4620-8266-1F051B47B56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4B075-E4A1-0934-9A5E-A126867EA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F1529-63FC-9EB0-E432-9BFE9781D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E4C-D432-4FE2-AE38-1211E536B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69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CCD4D-DFDB-C8C5-51A9-E67EBE5BA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E07A47-212C-346F-CB09-09DA253FA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EAB02-28AE-7002-1D7E-0E72F6E0F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0D20D-EFB2-4620-8266-1F051B47B56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10EA1-C3A6-675C-0B1B-9D09AC1DC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E3440-2919-054B-6F8B-39044981A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E4C-D432-4FE2-AE38-1211E536B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97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4C0C2-A870-C21B-6A62-FA980FD7DF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F3C7F-38B4-B75B-F7BD-0B87477B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78EEF-33C7-631E-CFC3-8B58604B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0D20D-EFB2-4620-8266-1F051B47B56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81A56-5C08-FD6B-CAAF-671CBEEF6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2F17-D083-9245-077C-9196557A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E4C-D432-4FE2-AE38-1211E536B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997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926975-117C-E4C6-B178-61A75AEB4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BB0-DBCF-29B1-CCE5-B31DDC9F6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6D973-C8EE-24BE-F5DF-99D706BF0F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70D20D-EFB2-4620-8266-1F051B47B56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92E64-D3F8-9F90-7F91-AF607C4AA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AD625-0111-1C15-0EDC-9FE18C819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55E4C-D432-4FE2-AE38-1211E536B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3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5CE118F-240E-4458-F304-8C028FF1D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77" y="377504"/>
            <a:ext cx="3239480" cy="59436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4B1673C-8FAE-AFDF-6372-3C163A9E2FD7}"/>
              </a:ext>
            </a:extLst>
          </p:cNvPr>
          <p:cNvSpPr txBox="1"/>
          <p:nvPr/>
        </p:nvSpPr>
        <p:spPr>
          <a:xfrm>
            <a:off x="334577" y="58723"/>
            <a:ext cx="3792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</a:t>
            </a:r>
          </a:p>
        </p:txBody>
      </p:sp>
    </p:spTree>
    <p:extLst>
      <p:ext uri="{BB962C8B-B14F-4D97-AF65-F5344CB8AC3E}">
        <p14:creationId xmlns:p14="http://schemas.microsoft.com/office/powerpoint/2010/main" val="1245863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2708F-1947-1E6E-296D-AD80DF859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068288A-7C61-639B-F791-6F1DFD163B44}"/>
              </a:ext>
            </a:extLst>
          </p:cNvPr>
          <p:cNvSpPr/>
          <p:nvPr/>
        </p:nvSpPr>
        <p:spPr>
          <a:xfrm>
            <a:off x="696286" y="377504"/>
            <a:ext cx="3095537" cy="5943600"/>
          </a:xfrm>
          <a:prstGeom prst="rect">
            <a:avLst/>
          </a:prstGeom>
          <a:solidFill>
            <a:srgbClr val="FEF8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logo with a person surfing on the waves&#10;&#10;AI-generated content may be incorrect.">
            <a:extLst>
              <a:ext uri="{FF2B5EF4-FFF2-40B4-BE49-F238E27FC236}">
                <a16:creationId xmlns:a16="http://schemas.microsoft.com/office/drawing/2014/main" id="{5066735E-4628-4A2D-6A6F-A469FCCB8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5852" y1="52751" x2="15852" y2="52751"/>
                      </a14:backgroundRemoval>
                    </a14:imgEffect>
                  </a14:imgLayer>
                </a14:imgProps>
              </a:ext>
            </a:extLst>
          </a:blip>
          <a:srcRect l="10035" t="15977" r="10804" b="18977"/>
          <a:stretch>
            <a:fillRect/>
          </a:stretch>
        </p:blipFill>
        <p:spPr>
          <a:xfrm>
            <a:off x="1372998" y="377504"/>
            <a:ext cx="1638649" cy="105242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89F0E78-4D7C-36D8-A49B-7A963CD2607B}"/>
              </a:ext>
            </a:extLst>
          </p:cNvPr>
          <p:cNvSpPr/>
          <p:nvPr/>
        </p:nvSpPr>
        <p:spPr>
          <a:xfrm>
            <a:off x="4120393" y="377504"/>
            <a:ext cx="3095537" cy="5943600"/>
          </a:xfrm>
          <a:prstGeom prst="rect">
            <a:avLst/>
          </a:prstGeom>
          <a:solidFill>
            <a:srgbClr val="24A19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logo with a person surfing on the waves&#10;&#10;AI-generated content may be incorrect.">
            <a:extLst>
              <a:ext uri="{FF2B5EF4-FFF2-40B4-BE49-F238E27FC236}">
                <a16:creationId xmlns:a16="http://schemas.microsoft.com/office/drawing/2014/main" id="{C10ED6D9-C149-8F8A-2C7A-171C5FCC4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5852" y1="52751" x2="15852" y2="52751"/>
                      </a14:backgroundRemoval>
                    </a14:imgEffect>
                  </a14:imgLayer>
                </a14:imgProps>
              </a:ext>
            </a:extLst>
          </a:blip>
          <a:srcRect l="10035" t="15977" r="10804" b="18977"/>
          <a:stretch>
            <a:fillRect/>
          </a:stretch>
        </p:blipFill>
        <p:spPr>
          <a:xfrm>
            <a:off x="4797105" y="377504"/>
            <a:ext cx="1638649" cy="10524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D493F6-C577-7C25-CDAD-F907336FD339}"/>
              </a:ext>
            </a:extLst>
          </p:cNvPr>
          <p:cNvSpPr/>
          <p:nvPr/>
        </p:nvSpPr>
        <p:spPr>
          <a:xfrm>
            <a:off x="7544500" y="377504"/>
            <a:ext cx="3095537" cy="5943600"/>
          </a:xfrm>
          <a:prstGeom prst="rect">
            <a:avLst/>
          </a:prstGeom>
          <a:solidFill>
            <a:srgbClr val="D7744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with a person surfing on the waves&#10;&#10;AI-generated content may be incorrect.">
            <a:extLst>
              <a:ext uri="{FF2B5EF4-FFF2-40B4-BE49-F238E27FC236}">
                <a16:creationId xmlns:a16="http://schemas.microsoft.com/office/drawing/2014/main" id="{6946257F-E836-17F4-61AE-A1E4193AB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5852" y1="52751" x2="15852" y2="52751"/>
                      </a14:backgroundRemoval>
                    </a14:imgEffect>
                  </a14:imgLayer>
                </a14:imgProps>
              </a:ext>
            </a:extLst>
          </a:blip>
          <a:srcRect l="10035" t="15977" r="10804" b="18977"/>
          <a:stretch>
            <a:fillRect/>
          </a:stretch>
        </p:blipFill>
        <p:spPr>
          <a:xfrm>
            <a:off x="8221212" y="377504"/>
            <a:ext cx="1638649" cy="10524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99EC4D-6C35-018E-9824-7D59610EA910}"/>
              </a:ext>
            </a:extLst>
          </p:cNvPr>
          <p:cNvSpPr txBox="1"/>
          <p:nvPr/>
        </p:nvSpPr>
        <p:spPr>
          <a:xfrm>
            <a:off x="334577" y="58723"/>
            <a:ext cx="3792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Striped sun 1-3</a:t>
            </a:r>
          </a:p>
        </p:txBody>
      </p:sp>
    </p:spTree>
    <p:extLst>
      <p:ext uri="{BB962C8B-B14F-4D97-AF65-F5344CB8AC3E}">
        <p14:creationId xmlns:p14="http://schemas.microsoft.com/office/powerpoint/2010/main" val="655271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5143B-FC85-5E88-3581-C224EB931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05A29D0-A887-54E7-8CB5-B286B6239166}"/>
              </a:ext>
            </a:extLst>
          </p:cNvPr>
          <p:cNvSpPr/>
          <p:nvPr/>
        </p:nvSpPr>
        <p:spPr>
          <a:xfrm>
            <a:off x="805343" y="457200"/>
            <a:ext cx="3095537" cy="5943600"/>
          </a:xfrm>
          <a:prstGeom prst="rect">
            <a:avLst/>
          </a:prstGeom>
          <a:solidFill>
            <a:srgbClr val="F6AF3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logo with a person surfing on the waves&#10;&#10;AI-generated content may be incorrect.">
            <a:extLst>
              <a:ext uri="{FF2B5EF4-FFF2-40B4-BE49-F238E27FC236}">
                <a16:creationId xmlns:a16="http://schemas.microsoft.com/office/drawing/2014/main" id="{C8FD22C6-11D0-D56F-9DF1-BD7A5AA07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5852" y1="52751" x2="15852" y2="52751"/>
                      </a14:backgroundRemoval>
                    </a14:imgEffect>
                  </a14:imgLayer>
                </a14:imgProps>
              </a:ext>
            </a:extLst>
          </a:blip>
          <a:srcRect l="10035" t="15977" r="10804" b="18977"/>
          <a:stretch>
            <a:fillRect/>
          </a:stretch>
        </p:blipFill>
        <p:spPr>
          <a:xfrm>
            <a:off x="1482055" y="457200"/>
            <a:ext cx="1638649" cy="105242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120629A-D866-D054-3429-E08B5F7DAC02}"/>
              </a:ext>
            </a:extLst>
          </p:cNvPr>
          <p:cNvSpPr/>
          <p:nvPr/>
        </p:nvSpPr>
        <p:spPr>
          <a:xfrm>
            <a:off x="4229450" y="457200"/>
            <a:ext cx="3095537" cy="5943600"/>
          </a:xfrm>
          <a:prstGeom prst="rect">
            <a:avLst/>
          </a:prstGeom>
          <a:solidFill>
            <a:srgbClr val="09525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logo with a person surfing on the waves&#10;&#10;AI-generated content may be incorrect.">
            <a:extLst>
              <a:ext uri="{FF2B5EF4-FFF2-40B4-BE49-F238E27FC236}">
                <a16:creationId xmlns:a16="http://schemas.microsoft.com/office/drawing/2014/main" id="{82EE66D0-5A90-269C-9062-22AF0CED4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5852" y1="52751" x2="15852" y2="52751"/>
                      </a14:backgroundRemoval>
                    </a14:imgEffect>
                  </a14:imgLayer>
                </a14:imgProps>
              </a:ext>
            </a:extLst>
          </a:blip>
          <a:srcRect l="10035" t="15977" r="10804" b="18977"/>
          <a:stretch>
            <a:fillRect/>
          </a:stretch>
        </p:blipFill>
        <p:spPr>
          <a:xfrm>
            <a:off x="4906162" y="457200"/>
            <a:ext cx="1638649" cy="105242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782290-5BC7-D594-76D4-64045CF2F464}"/>
              </a:ext>
            </a:extLst>
          </p:cNvPr>
          <p:cNvSpPr/>
          <p:nvPr/>
        </p:nvSpPr>
        <p:spPr>
          <a:xfrm>
            <a:off x="7653557" y="457200"/>
            <a:ext cx="3095537" cy="5943600"/>
          </a:xfrm>
          <a:prstGeom prst="rect">
            <a:avLst/>
          </a:prstGeom>
          <a:solidFill>
            <a:srgbClr val="BB302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with a person surfing on the waves&#10;&#10;AI-generated content may be incorrect.">
            <a:extLst>
              <a:ext uri="{FF2B5EF4-FFF2-40B4-BE49-F238E27FC236}">
                <a16:creationId xmlns:a16="http://schemas.microsoft.com/office/drawing/2014/main" id="{579DE8BD-5B73-D0DB-9666-AE554DB5A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5852" y1="52751" x2="15852" y2="52751"/>
                      </a14:backgroundRemoval>
                    </a14:imgEffect>
                  </a14:imgLayer>
                </a14:imgProps>
              </a:ext>
            </a:extLst>
          </a:blip>
          <a:srcRect l="10035" t="15977" r="10804" b="18977"/>
          <a:stretch>
            <a:fillRect/>
          </a:stretch>
        </p:blipFill>
        <p:spPr>
          <a:xfrm>
            <a:off x="8330269" y="457200"/>
            <a:ext cx="1638649" cy="10524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A88FC5-5DF4-EFDE-1421-29D14B5E3E78}"/>
              </a:ext>
            </a:extLst>
          </p:cNvPr>
          <p:cNvSpPr txBox="1"/>
          <p:nvPr/>
        </p:nvSpPr>
        <p:spPr>
          <a:xfrm>
            <a:off x="334577" y="58723"/>
            <a:ext cx="3792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Striped sun 4-6</a:t>
            </a:r>
          </a:p>
        </p:txBody>
      </p:sp>
    </p:spTree>
    <p:extLst>
      <p:ext uri="{BB962C8B-B14F-4D97-AF65-F5344CB8AC3E}">
        <p14:creationId xmlns:p14="http://schemas.microsoft.com/office/powerpoint/2010/main" val="963700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19288-86D8-512C-5370-2DE43774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F090450-0E8F-B3AD-4489-85C9867EE671}"/>
              </a:ext>
            </a:extLst>
          </p:cNvPr>
          <p:cNvSpPr/>
          <p:nvPr/>
        </p:nvSpPr>
        <p:spPr>
          <a:xfrm>
            <a:off x="696286" y="377504"/>
            <a:ext cx="3095537" cy="5943600"/>
          </a:xfrm>
          <a:prstGeom prst="rect">
            <a:avLst/>
          </a:prstGeom>
          <a:solidFill>
            <a:srgbClr val="FEF8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37BAEC-779E-1512-0F26-A11B1347D4B1}"/>
              </a:ext>
            </a:extLst>
          </p:cNvPr>
          <p:cNvSpPr/>
          <p:nvPr/>
        </p:nvSpPr>
        <p:spPr>
          <a:xfrm>
            <a:off x="4120393" y="377504"/>
            <a:ext cx="3095537" cy="5943600"/>
          </a:xfrm>
          <a:prstGeom prst="rect">
            <a:avLst/>
          </a:prstGeom>
          <a:solidFill>
            <a:srgbClr val="24A19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AF0278-5F65-D6A7-3BB5-EDC750704358}"/>
              </a:ext>
            </a:extLst>
          </p:cNvPr>
          <p:cNvSpPr/>
          <p:nvPr/>
        </p:nvSpPr>
        <p:spPr>
          <a:xfrm>
            <a:off x="7544500" y="377504"/>
            <a:ext cx="3095537" cy="5943600"/>
          </a:xfrm>
          <a:prstGeom prst="rect">
            <a:avLst/>
          </a:prstGeom>
          <a:solidFill>
            <a:srgbClr val="ED735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with a person surfing on it&#10;&#10;AI-generated content may be incorrect.">
            <a:extLst>
              <a:ext uri="{FF2B5EF4-FFF2-40B4-BE49-F238E27FC236}">
                <a16:creationId xmlns:a16="http://schemas.microsoft.com/office/drawing/2014/main" id="{123C70C2-C943-B3A7-8543-881515669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57" b="89905" l="9614" r="90815">
                        <a14:foregroundMark x1="90901" y1="44774" x2="90901" y2="44774"/>
                        <a14:foregroundMark x1="79142" y1="31710" x2="79142" y2="31710"/>
                        <a14:foregroundMark x1="9614" y1="60333" x2="9614" y2="60333"/>
                      </a14:backgroundRemoval>
                    </a14:imgEffect>
                  </a14:imgLayer>
                </a14:imgProps>
              </a:ext>
            </a:extLst>
          </a:blip>
          <a:srcRect t="23518" b="21886"/>
          <a:stretch>
            <a:fillRect/>
          </a:stretch>
        </p:blipFill>
        <p:spPr>
          <a:xfrm>
            <a:off x="801391" y="377504"/>
            <a:ext cx="2763802" cy="1090568"/>
          </a:xfrm>
          <a:prstGeom prst="rect">
            <a:avLst/>
          </a:prstGeom>
        </p:spPr>
      </p:pic>
      <p:pic>
        <p:nvPicPr>
          <p:cNvPr id="6" name="Picture 5" descr="A logo with a person surfing on it&#10;&#10;AI-generated content may be incorrect.">
            <a:extLst>
              <a:ext uri="{FF2B5EF4-FFF2-40B4-BE49-F238E27FC236}">
                <a16:creationId xmlns:a16="http://schemas.microsoft.com/office/drawing/2014/main" id="{CBED1AC8-96AA-2D02-5FA1-8B49D55CB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57" b="89905" l="9614" r="90815">
                        <a14:foregroundMark x1="90901" y1="44774" x2="90901" y2="44774"/>
                        <a14:foregroundMark x1="79142" y1="31710" x2="79142" y2="31710"/>
                        <a14:foregroundMark x1="9614" y1="60333" x2="9614" y2="60333"/>
                      </a14:backgroundRemoval>
                    </a14:imgEffect>
                  </a14:imgLayer>
                </a14:imgProps>
              </a:ext>
            </a:extLst>
          </a:blip>
          <a:srcRect t="23518" b="21886"/>
          <a:stretch>
            <a:fillRect/>
          </a:stretch>
        </p:blipFill>
        <p:spPr>
          <a:xfrm>
            <a:off x="4351332" y="377504"/>
            <a:ext cx="2763802" cy="1090568"/>
          </a:xfrm>
          <a:prstGeom prst="rect">
            <a:avLst/>
          </a:prstGeom>
        </p:spPr>
      </p:pic>
      <p:pic>
        <p:nvPicPr>
          <p:cNvPr id="7" name="Picture 6" descr="A logo with a person surfing on it&#10;&#10;AI-generated content may be incorrect.">
            <a:extLst>
              <a:ext uri="{FF2B5EF4-FFF2-40B4-BE49-F238E27FC236}">
                <a16:creationId xmlns:a16="http://schemas.microsoft.com/office/drawing/2014/main" id="{A89B3620-C6C3-F8D0-AB15-CF9779277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57" b="89905" l="9614" r="90815">
                        <a14:foregroundMark x1="90901" y1="44774" x2="90901" y2="44774"/>
                        <a14:foregroundMark x1="79142" y1="31710" x2="79142" y2="31710"/>
                        <a14:foregroundMark x1="9614" y1="60333" x2="9614" y2="60333"/>
                      </a14:backgroundRemoval>
                    </a14:imgEffect>
                  </a14:imgLayer>
                </a14:imgProps>
              </a:ext>
            </a:extLst>
          </a:blip>
          <a:srcRect t="23518" b="21886"/>
          <a:stretch>
            <a:fillRect/>
          </a:stretch>
        </p:blipFill>
        <p:spPr>
          <a:xfrm>
            <a:off x="7710367" y="377504"/>
            <a:ext cx="2763802" cy="10905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789938-D24A-CDF0-3961-A23382CADBB1}"/>
              </a:ext>
            </a:extLst>
          </p:cNvPr>
          <p:cNvSpPr txBox="1"/>
          <p:nvPr/>
        </p:nvSpPr>
        <p:spPr>
          <a:xfrm>
            <a:off x="334577" y="58723"/>
            <a:ext cx="3792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sun 1-3</a:t>
            </a:r>
          </a:p>
        </p:txBody>
      </p:sp>
    </p:spTree>
    <p:extLst>
      <p:ext uri="{BB962C8B-B14F-4D97-AF65-F5344CB8AC3E}">
        <p14:creationId xmlns:p14="http://schemas.microsoft.com/office/powerpoint/2010/main" val="1318794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E22EB-3688-5EBB-2B1D-4D785661F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8D5A7BC-0DB5-FC56-B968-AF9EC49E746B}"/>
              </a:ext>
            </a:extLst>
          </p:cNvPr>
          <p:cNvSpPr/>
          <p:nvPr/>
        </p:nvSpPr>
        <p:spPr>
          <a:xfrm>
            <a:off x="805343" y="457200"/>
            <a:ext cx="3095537" cy="5943600"/>
          </a:xfrm>
          <a:prstGeom prst="rect">
            <a:avLst/>
          </a:prstGeom>
          <a:solidFill>
            <a:srgbClr val="EFCF6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A1EF54-5855-2393-E41A-5A88CE1E0F9C}"/>
              </a:ext>
            </a:extLst>
          </p:cNvPr>
          <p:cNvSpPr/>
          <p:nvPr/>
        </p:nvSpPr>
        <p:spPr>
          <a:xfrm>
            <a:off x="4229450" y="457200"/>
            <a:ext cx="3095537" cy="5943600"/>
          </a:xfrm>
          <a:prstGeom prst="rect">
            <a:avLst/>
          </a:prstGeom>
          <a:solidFill>
            <a:srgbClr val="09525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3F314C-4F06-AF9B-4796-C0B65F8F40D7}"/>
              </a:ext>
            </a:extLst>
          </p:cNvPr>
          <p:cNvSpPr/>
          <p:nvPr/>
        </p:nvSpPr>
        <p:spPr>
          <a:xfrm>
            <a:off x="7653557" y="457200"/>
            <a:ext cx="3095537" cy="5943600"/>
          </a:xfrm>
          <a:prstGeom prst="rect">
            <a:avLst/>
          </a:prstGeom>
          <a:solidFill>
            <a:srgbClr val="BB302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with a person surfing on it&#10;&#10;AI-generated content may be incorrect.">
            <a:extLst>
              <a:ext uri="{FF2B5EF4-FFF2-40B4-BE49-F238E27FC236}">
                <a16:creationId xmlns:a16="http://schemas.microsoft.com/office/drawing/2014/main" id="{8BCA6BF5-3F49-6C66-395C-2AD6F8565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57" b="89905" l="9614" r="90815">
                        <a14:foregroundMark x1="90901" y1="44774" x2="90901" y2="44774"/>
                        <a14:foregroundMark x1="79142" y1="31710" x2="79142" y2="31710"/>
                        <a14:foregroundMark x1="9614" y1="60333" x2="9614" y2="60333"/>
                      </a14:backgroundRemoval>
                    </a14:imgEffect>
                  </a14:imgLayer>
                </a14:imgProps>
              </a:ext>
            </a:extLst>
          </a:blip>
          <a:srcRect t="23518" b="21886"/>
          <a:stretch>
            <a:fillRect/>
          </a:stretch>
        </p:blipFill>
        <p:spPr>
          <a:xfrm>
            <a:off x="885281" y="457200"/>
            <a:ext cx="2763802" cy="1090568"/>
          </a:xfrm>
          <a:prstGeom prst="rect">
            <a:avLst/>
          </a:prstGeom>
        </p:spPr>
      </p:pic>
      <p:pic>
        <p:nvPicPr>
          <p:cNvPr id="6" name="Picture 5" descr="A logo with a person surfing on it&#10;&#10;AI-generated content may be incorrect.">
            <a:extLst>
              <a:ext uri="{FF2B5EF4-FFF2-40B4-BE49-F238E27FC236}">
                <a16:creationId xmlns:a16="http://schemas.microsoft.com/office/drawing/2014/main" id="{495A93D1-31C8-9994-767D-6D845B978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57" b="89905" l="9614" r="90815">
                        <a14:foregroundMark x1="90901" y1="44774" x2="90901" y2="44774"/>
                        <a14:foregroundMark x1="79142" y1="31710" x2="79142" y2="31710"/>
                        <a14:foregroundMark x1="9614" y1="60333" x2="9614" y2="60333"/>
                      </a14:backgroundRemoval>
                    </a14:imgEffect>
                  </a14:imgLayer>
                </a14:imgProps>
              </a:ext>
            </a:extLst>
          </a:blip>
          <a:srcRect t="23518" b="21886"/>
          <a:stretch>
            <a:fillRect/>
          </a:stretch>
        </p:blipFill>
        <p:spPr>
          <a:xfrm>
            <a:off x="4435222" y="457200"/>
            <a:ext cx="2763802" cy="1090568"/>
          </a:xfrm>
          <a:prstGeom prst="rect">
            <a:avLst/>
          </a:prstGeom>
        </p:spPr>
      </p:pic>
      <p:pic>
        <p:nvPicPr>
          <p:cNvPr id="7" name="Picture 6" descr="A logo with a person surfing on it&#10;&#10;AI-generated content may be incorrect.">
            <a:extLst>
              <a:ext uri="{FF2B5EF4-FFF2-40B4-BE49-F238E27FC236}">
                <a16:creationId xmlns:a16="http://schemas.microsoft.com/office/drawing/2014/main" id="{7CF03316-2AD7-A578-14D0-86A5D0DBF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57" b="89905" l="9614" r="90815">
                        <a14:foregroundMark x1="90901" y1="44774" x2="90901" y2="44774"/>
                        <a14:foregroundMark x1="79142" y1="31710" x2="79142" y2="31710"/>
                        <a14:foregroundMark x1="9614" y1="60333" x2="9614" y2="60333"/>
                      </a14:backgroundRemoval>
                    </a14:imgEffect>
                  </a14:imgLayer>
                </a14:imgProps>
              </a:ext>
            </a:extLst>
          </a:blip>
          <a:srcRect t="23518" b="21886"/>
          <a:stretch>
            <a:fillRect/>
          </a:stretch>
        </p:blipFill>
        <p:spPr>
          <a:xfrm>
            <a:off x="7794257" y="457200"/>
            <a:ext cx="2763802" cy="10905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AA712A-1AE2-1456-6C35-78AD19E9A095}"/>
              </a:ext>
            </a:extLst>
          </p:cNvPr>
          <p:cNvSpPr txBox="1"/>
          <p:nvPr/>
        </p:nvSpPr>
        <p:spPr>
          <a:xfrm>
            <a:off x="334577" y="58723"/>
            <a:ext cx="3792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sun 4-6</a:t>
            </a:r>
          </a:p>
        </p:txBody>
      </p:sp>
    </p:spTree>
    <p:extLst>
      <p:ext uri="{BB962C8B-B14F-4D97-AF65-F5344CB8AC3E}">
        <p14:creationId xmlns:p14="http://schemas.microsoft.com/office/powerpoint/2010/main" val="410385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120DC-2A4B-465F-EB26-7C5AB0798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0126FDE-2F7D-7624-30F5-B2B29BF78452}"/>
              </a:ext>
            </a:extLst>
          </p:cNvPr>
          <p:cNvSpPr/>
          <p:nvPr/>
        </p:nvSpPr>
        <p:spPr>
          <a:xfrm>
            <a:off x="696286" y="377504"/>
            <a:ext cx="3095537" cy="5943600"/>
          </a:xfrm>
          <a:prstGeom prst="rect">
            <a:avLst/>
          </a:prstGeom>
          <a:solidFill>
            <a:srgbClr val="FEF8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FA60A0-4FEC-7452-ECF5-538B761167D0}"/>
              </a:ext>
            </a:extLst>
          </p:cNvPr>
          <p:cNvSpPr/>
          <p:nvPr/>
        </p:nvSpPr>
        <p:spPr>
          <a:xfrm>
            <a:off x="4120393" y="377504"/>
            <a:ext cx="3095537" cy="5943600"/>
          </a:xfrm>
          <a:prstGeom prst="rect">
            <a:avLst/>
          </a:prstGeom>
          <a:solidFill>
            <a:srgbClr val="24A19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192276-AFDF-97AE-6DCE-D516560A28B0}"/>
              </a:ext>
            </a:extLst>
          </p:cNvPr>
          <p:cNvSpPr/>
          <p:nvPr/>
        </p:nvSpPr>
        <p:spPr>
          <a:xfrm>
            <a:off x="7544500" y="377504"/>
            <a:ext cx="3095537" cy="5943600"/>
          </a:xfrm>
          <a:prstGeom prst="rect">
            <a:avLst/>
          </a:prstGeom>
          <a:solidFill>
            <a:srgbClr val="ED735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4E53B53-B482-EB12-A867-1486687B5AFF}"/>
              </a:ext>
            </a:extLst>
          </p:cNvPr>
          <p:cNvGrpSpPr/>
          <p:nvPr/>
        </p:nvGrpSpPr>
        <p:grpSpPr>
          <a:xfrm>
            <a:off x="1176370" y="536896"/>
            <a:ext cx="2003057" cy="1170613"/>
            <a:chOff x="849200" y="588447"/>
            <a:chExt cx="2763802" cy="161520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CF4559F-05B9-4452-07B0-409E30C0B4BB}"/>
                </a:ext>
              </a:extLst>
            </p:cNvPr>
            <p:cNvSpPr/>
            <p:nvPr/>
          </p:nvSpPr>
          <p:spPr>
            <a:xfrm>
              <a:off x="1580955" y="588447"/>
              <a:ext cx="1477861" cy="1477861"/>
            </a:xfrm>
            <a:prstGeom prst="ellipse">
              <a:avLst/>
            </a:prstGeom>
            <a:solidFill>
              <a:srgbClr val="D77441"/>
            </a:solidFill>
            <a:ln w="38100">
              <a:solidFill>
                <a:srgbClr val="0A53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3F5280-3015-DBC2-193E-3AA73EB19BA0}"/>
                </a:ext>
              </a:extLst>
            </p:cNvPr>
            <p:cNvSpPr/>
            <p:nvPr/>
          </p:nvSpPr>
          <p:spPr>
            <a:xfrm>
              <a:off x="1493240" y="1338812"/>
              <a:ext cx="1694577" cy="864837"/>
            </a:xfrm>
            <a:prstGeom prst="rect">
              <a:avLst/>
            </a:prstGeom>
            <a:solidFill>
              <a:srgbClr val="FEF8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logo with a person surfing on it&#10;&#10;AI-generated content may be incorrect.">
              <a:extLst>
                <a:ext uri="{FF2B5EF4-FFF2-40B4-BE49-F238E27FC236}">
                  <a16:creationId xmlns:a16="http://schemas.microsoft.com/office/drawing/2014/main" id="{4B380582-43A3-4597-CCEB-ABD8076C1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857" b="89905" l="9614" r="90815">
                          <a14:foregroundMark x1="90901" y1="44774" x2="90901" y2="44774"/>
                          <a14:foregroundMark x1="79142" y1="31710" x2="79142" y2="31710"/>
                          <a14:foregroundMark x1="9614" y1="60333" x2="9614" y2="60333"/>
                        </a14:backgroundRemoval>
                      </a14:imgEffect>
                    </a14:imgLayer>
                  </a14:imgProps>
                </a:ext>
              </a:extLst>
            </a:blip>
            <a:srcRect t="23518" b="21886"/>
            <a:stretch>
              <a:fillRect/>
            </a:stretch>
          </p:blipFill>
          <p:spPr>
            <a:xfrm>
              <a:off x="849200" y="922788"/>
              <a:ext cx="2763802" cy="1090568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7501005-8160-B55E-3616-A49EDF96674B}"/>
              </a:ext>
            </a:extLst>
          </p:cNvPr>
          <p:cNvSpPr txBox="1"/>
          <p:nvPr/>
        </p:nvSpPr>
        <p:spPr>
          <a:xfrm>
            <a:off x="334577" y="58723"/>
            <a:ext cx="3792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 sun 1-3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4D2AC1-CBE0-4E2C-EB96-351BB5238494}"/>
              </a:ext>
            </a:extLst>
          </p:cNvPr>
          <p:cNvGrpSpPr/>
          <p:nvPr/>
        </p:nvGrpSpPr>
        <p:grpSpPr>
          <a:xfrm>
            <a:off x="4592088" y="495414"/>
            <a:ext cx="2003057" cy="1170613"/>
            <a:chOff x="849200" y="588447"/>
            <a:chExt cx="2763802" cy="161520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7A13B6D-4B75-977A-5A77-589E9B94F819}"/>
                </a:ext>
              </a:extLst>
            </p:cNvPr>
            <p:cNvSpPr/>
            <p:nvPr/>
          </p:nvSpPr>
          <p:spPr>
            <a:xfrm>
              <a:off x="1580955" y="588447"/>
              <a:ext cx="1477861" cy="1477861"/>
            </a:xfrm>
            <a:prstGeom prst="ellipse">
              <a:avLst/>
            </a:prstGeom>
            <a:solidFill>
              <a:srgbClr val="D77441"/>
            </a:solidFill>
            <a:ln w="38100">
              <a:solidFill>
                <a:srgbClr val="0A53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841913-2FC2-972F-3CCF-1DE9DED8DB9A}"/>
                </a:ext>
              </a:extLst>
            </p:cNvPr>
            <p:cNvSpPr/>
            <p:nvPr/>
          </p:nvSpPr>
          <p:spPr>
            <a:xfrm>
              <a:off x="1493240" y="1338812"/>
              <a:ext cx="1694577" cy="864837"/>
            </a:xfrm>
            <a:prstGeom prst="rect">
              <a:avLst/>
            </a:prstGeom>
            <a:solidFill>
              <a:srgbClr val="24A1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 descr="A logo with a person surfing on it&#10;&#10;AI-generated content may be incorrect.">
              <a:extLst>
                <a:ext uri="{FF2B5EF4-FFF2-40B4-BE49-F238E27FC236}">
                  <a16:creationId xmlns:a16="http://schemas.microsoft.com/office/drawing/2014/main" id="{904E3FF6-D2BC-198C-7275-305706187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857" b="89905" l="9614" r="90815">
                          <a14:foregroundMark x1="90901" y1="44774" x2="90901" y2="44774"/>
                          <a14:foregroundMark x1="79142" y1="31710" x2="79142" y2="31710"/>
                          <a14:foregroundMark x1="9614" y1="60333" x2="9614" y2="60333"/>
                        </a14:backgroundRemoval>
                      </a14:imgEffect>
                    </a14:imgLayer>
                  </a14:imgProps>
                </a:ext>
              </a:extLst>
            </a:blip>
            <a:srcRect t="23518" b="21886"/>
            <a:stretch>
              <a:fillRect/>
            </a:stretch>
          </p:blipFill>
          <p:spPr>
            <a:xfrm>
              <a:off x="849200" y="922788"/>
              <a:ext cx="2763802" cy="1090568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3F39B20-5AF3-87C8-D030-F8467FCA3E0C}"/>
              </a:ext>
            </a:extLst>
          </p:cNvPr>
          <p:cNvGrpSpPr/>
          <p:nvPr/>
        </p:nvGrpSpPr>
        <p:grpSpPr>
          <a:xfrm>
            <a:off x="8090739" y="487127"/>
            <a:ext cx="2003057" cy="1170613"/>
            <a:chOff x="849200" y="588447"/>
            <a:chExt cx="2763802" cy="161520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9C3AF42-A791-007A-46C6-97B7682ACD55}"/>
                </a:ext>
              </a:extLst>
            </p:cNvPr>
            <p:cNvSpPr/>
            <p:nvPr/>
          </p:nvSpPr>
          <p:spPr>
            <a:xfrm>
              <a:off x="1580955" y="588447"/>
              <a:ext cx="1477861" cy="1477861"/>
            </a:xfrm>
            <a:prstGeom prst="ellipse">
              <a:avLst/>
            </a:prstGeom>
            <a:solidFill>
              <a:srgbClr val="D77441"/>
            </a:solidFill>
            <a:ln w="38100">
              <a:solidFill>
                <a:srgbClr val="0A53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C5351A1-8CDF-88E3-033B-CC88D717DFAD}"/>
                </a:ext>
              </a:extLst>
            </p:cNvPr>
            <p:cNvSpPr/>
            <p:nvPr/>
          </p:nvSpPr>
          <p:spPr>
            <a:xfrm>
              <a:off x="1493240" y="1338812"/>
              <a:ext cx="1694577" cy="864837"/>
            </a:xfrm>
            <a:prstGeom prst="rect">
              <a:avLst/>
            </a:prstGeom>
            <a:solidFill>
              <a:srgbClr val="ED73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 descr="A logo with a person surfing on it&#10;&#10;AI-generated content may be incorrect.">
              <a:extLst>
                <a:ext uri="{FF2B5EF4-FFF2-40B4-BE49-F238E27FC236}">
                  <a16:creationId xmlns:a16="http://schemas.microsoft.com/office/drawing/2014/main" id="{4510DE03-BDD5-2249-4107-A0B2275BE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857" b="89905" l="9614" r="90815">
                          <a14:foregroundMark x1="90901" y1="44774" x2="90901" y2="44774"/>
                          <a14:foregroundMark x1="79142" y1="31710" x2="79142" y2="31710"/>
                          <a14:foregroundMark x1="9614" y1="60333" x2="9614" y2="60333"/>
                        </a14:backgroundRemoval>
                      </a14:imgEffect>
                    </a14:imgLayer>
                  </a14:imgProps>
                </a:ext>
              </a:extLst>
            </a:blip>
            <a:srcRect t="23518" b="21886"/>
            <a:stretch>
              <a:fillRect/>
            </a:stretch>
          </p:blipFill>
          <p:spPr>
            <a:xfrm>
              <a:off x="849200" y="922788"/>
              <a:ext cx="2763802" cy="1090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9246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BD38A-CF1D-590F-3050-7E0D199E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32A851D-19E8-BDF8-BBF2-D14EA3E685DB}"/>
              </a:ext>
            </a:extLst>
          </p:cNvPr>
          <p:cNvSpPr/>
          <p:nvPr/>
        </p:nvSpPr>
        <p:spPr>
          <a:xfrm>
            <a:off x="805343" y="457200"/>
            <a:ext cx="3095537" cy="5943600"/>
          </a:xfrm>
          <a:prstGeom prst="rect">
            <a:avLst/>
          </a:prstGeom>
          <a:solidFill>
            <a:srgbClr val="EFCF6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C8F2C9-A75B-1228-7C59-C1620EC7FDCF}"/>
              </a:ext>
            </a:extLst>
          </p:cNvPr>
          <p:cNvSpPr/>
          <p:nvPr/>
        </p:nvSpPr>
        <p:spPr>
          <a:xfrm>
            <a:off x="4229450" y="457200"/>
            <a:ext cx="3095537" cy="5943600"/>
          </a:xfrm>
          <a:prstGeom prst="rect">
            <a:avLst/>
          </a:prstGeom>
          <a:solidFill>
            <a:srgbClr val="09525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70ECFB-F8D2-F800-58AC-A3A5A09DC874}"/>
              </a:ext>
            </a:extLst>
          </p:cNvPr>
          <p:cNvSpPr/>
          <p:nvPr/>
        </p:nvSpPr>
        <p:spPr>
          <a:xfrm>
            <a:off x="7653557" y="457200"/>
            <a:ext cx="3095537" cy="5943600"/>
          </a:xfrm>
          <a:prstGeom prst="rect">
            <a:avLst/>
          </a:prstGeom>
          <a:solidFill>
            <a:srgbClr val="D7744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C9B484-0DC1-F0F8-A6B7-8A947A3E4E10}"/>
              </a:ext>
            </a:extLst>
          </p:cNvPr>
          <p:cNvSpPr txBox="1"/>
          <p:nvPr/>
        </p:nvSpPr>
        <p:spPr>
          <a:xfrm>
            <a:off x="334577" y="58723"/>
            <a:ext cx="3792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 sun 4-6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DFE2D7-AF04-59E6-6389-0387CA8D5859}"/>
              </a:ext>
            </a:extLst>
          </p:cNvPr>
          <p:cNvGrpSpPr/>
          <p:nvPr/>
        </p:nvGrpSpPr>
        <p:grpSpPr>
          <a:xfrm>
            <a:off x="1322304" y="554572"/>
            <a:ext cx="2003057" cy="1170613"/>
            <a:chOff x="849200" y="588447"/>
            <a:chExt cx="2763802" cy="161520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EF1E3C7-A71B-8FAF-F972-9D45B399670A}"/>
                </a:ext>
              </a:extLst>
            </p:cNvPr>
            <p:cNvSpPr/>
            <p:nvPr/>
          </p:nvSpPr>
          <p:spPr>
            <a:xfrm>
              <a:off x="1580955" y="588447"/>
              <a:ext cx="1477861" cy="1477861"/>
            </a:xfrm>
            <a:prstGeom prst="ellipse">
              <a:avLst/>
            </a:prstGeom>
            <a:solidFill>
              <a:srgbClr val="D77441"/>
            </a:solidFill>
            <a:ln w="38100">
              <a:solidFill>
                <a:srgbClr val="0A53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2C767CB-24FC-BD67-A652-7AC6D6FEEF25}"/>
                </a:ext>
              </a:extLst>
            </p:cNvPr>
            <p:cNvSpPr/>
            <p:nvPr/>
          </p:nvSpPr>
          <p:spPr>
            <a:xfrm>
              <a:off x="1493240" y="1338812"/>
              <a:ext cx="1694577" cy="864837"/>
            </a:xfrm>
            <a:prstGeom prst="rect">
              <a:avLst/>
            </a:prstGeom>
            <a:solidFill>
              <a:srgbClr val="EFCF6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A logo with a person surfing on it&#10;&#10;AI-generated content may be incorrect.">
              <a:extLst>
                <a:ext uri="{FF2B5EF4-FFF2-40B4-BE49-F238E27FC236}">
                  <a16:creationId xmlns:a16="http://schemas.microsoft.com/office/drawing/2014/main" id="{42AC07E2-83AA-B586-5B88-A5CB312B3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857" b="89905" l="9614" r="90815">
                          <a14:foregroundMark x1="90901" y1="44774" x2="90901" y2="44774"/>
                          <a14:foregroundMark x1="79142" y1="31710" x2="79142" y2="31710"/>
                          <a14:foregroundMark x1="9614" y1="60333" x2="9614" y2="60333"/>
                        </a14:backgroundRemoval>
                      </a14:imgEffect>
                    </a14:imgLayer>
                  </a14:imgProps>
                </a:ext>
              </a:extLst>
            </a:blip>
            <a:srcRect t="23518" b="21886"/>
            <a:stretch>
              <a:fillRect/>
            </a:stretch>
          </p:blipFill>
          <p:spPr>
            <a:xfrm>
              <a:off x="849200" y="922788"/>
              <a:ext cx="2763802" cy="109056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6B67F5-96B3-A310-52AB-BE6C44498EB3}"/>
              </a:ext>
            </a:extLst>
          </p:cNvPr>
          <p:cNvGrpSpPr/>
          <p:nvPr/>
        </p:nvGrpSpPr>
        <p:grpSpPr>
          <a:xfrm>
            <a:off x="4702614" y="547613"/>
            <a:ext cx="2003057" cy="1170613"/>
            <a:chOff x="849200" y="588447"/>
            <a:chExt cx="2763802" cy="161520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7CDDF3-1C7F-157D-85B5-9BF56A7FD28A}"/>
                </a:ext>
              </a:extLst>
            </p:cNvPr>
            <p:cNvSpPr/>
            <p:nvPr/>
          </p:nvSpPr>
          <p:spPr>
            <a:xfrm>
              <a:off x="1580955" y="588447"/>
              <a:ext cx="1477861" cy="1477861"/>
            </a:xfrm>
            <a:prstGeom prst="ellipse">
              <a:avLst/>
            </a:prstGeom>
            <a:solidFill>
              <a:srgbClr val="D77441"/>
            </a:solidFill>
            <a:ln w="38100">
              <a:solidFill>
                <a:srgbClr val="0A53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655B5A2-8AC9-9167-BE64-617F6A3307D0}"/>
                </a:ext>
              </a:extLst>
            </p:cNvPr>
            <p:cNvSpPr/>
            <p:nvPr/>
          </p:nvSpPr>
          <p:spPr>
            <a:xfrm>
              <a:off x="1493240" y="1338812"/>
              <a:ext cx="1694577" cy="864837"/>
            </a:xfrm>
            <a:prstGeom prst="rect">
              <a:avLst/>
            </a:prstGeom>
            <a:solidFill>
              <a:srgbClr val="0952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A logo with a person surfing on it&#10;&#10;AI-generated content may be incorrect.">
              <a:extLst>
                <a:ext uri="{FF2B5EF4-FFF2-40B4-BE49-F238E27FC236}">
                  <a16:creationId xmlns:a16="http://schemas.microsoft.com/office/drawing/2014/main" id="{04AB2A7A-BEA3-B65E-13C4-7FDAA8255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857" b="89905" l="9614" r="90815">
                          <a14:foregroundMark x1="90901" y1="44774" x2="90901" y2="44774"/>
                          <a14:foregroundMark x1="79142" y1="31710" x2="79142" y2="31710"/>
                          <a14:foregroundMark x1="9614" y1="60333" x2="9614" y2="60333"/>
                        </a14:backgroundRemoval>
                      </a14:imgEffect>
                    </a14:imgLayer>
                  </a14:imgProps>
                </a:ext>
              </a:extLst>
            </a:blip>
            <a:srcRect t="23518" b="21886"/>
            <a:stretch>
              <a:fillRect/>
            </a:stretch>
          </p:blipFill>
          <p:spPr>
            <a:xfrm>
              <a:off x="849200" y="922788"/>
              <a:ext cx="2763802" cy="1090568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DCE1B4-6722-CE93-7A0A-B4513CF35382}"/>
              </a:ext>
            </a:extLst>
          </p:cNvPr>
          <p:cNvGrpSpPr/>
          <p:nvPr/>
        </p:nvGrpSpPr>
        <p:grpSpPr>
          <a:xfrm>
            <a:off x="8199796" y="589095"/>
            <a:ext cx="2003057" cy="1170613"/>
            <a:chOff x="849200" y="588447"/>
            <a:chExt cx="2763802" cy="161520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0DBAB0B-4211-272E-720E-0BAA49DD0FB3}"/>
                </a:ext>
              </a:extLst>
            </p:cNvPr>
            <p:cNvSpPr/>
            <p:nvPr/>
          </p:nvSpPr>
          <p:spPr>
            <a:xfrm>
              <a:off x="1580955" y="588447"/>
              <a:ext cx="1477861" cy="1477861"/>
            </a:xfrm>
            <a:prstGeom prst="ellipse">
              <a:avLst/>
            </a:prstGeom>
            <a:solidFill>
              <a:srgbClr val="D77441"/>
            </a:solidFill>
            <a:ln w="38100">
              <a:solidFill>
                <a:srgbClr val="0A53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BDC605E-DC07-8AD8-0EFF-9152E6155321}"/>
                </a:ext>
              </a:extLst>
            </p:cNvPr>
            <p:cNvSpPr/>
            <p:nvPr/>
          </p:nvSpPr>
          <p:spPr>
            <a:xfrm>
              <a:off x="1493240" y="1338812"/>
              <a:ext cx="1694577" cy="864837"/>
            </a:xfrm>
            <a:prstGeom prst="rect">
              <a:avLst/>
            </a:prstGeom>
            <a:solidFill>
              <a:srgbClr val="D774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 descr="A logo with a person surfing on it&#10;&#10;AI-generated content may be incorrect.">
              <a:extLst>
                <a:ext uri="{FF2B5EF4-FFF2-40B4-BE49-F238E27FC236}">
                  <a16:creationId xmlns:a16="http://schemas.microsoft.com/office/drawing/2014/main" id="{528F2904-B911-1B44-EA74-CFCAADAC0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857" b="89905" l="9614" r="90815">
                          <a14:foregroundMark x1="90901" y1="44774" x2="90901" y2="44774"/>
                          <a14:foregroundMark x1="79142" y1="31710" x2="79142" y2="31710"/>
                          <a14:foregroundMark x1="9614" y1="60333" x2="9614" y2="60333"/>
                        </a14:backgroundRemoval>
                      </a14:imgEffect>
                    </a14:imgLayer>
                  </a14:imgProps>
                </a:ext>
              </a:extLst>
            </a:blip>
            <a:srcRect t="23518" b="21886"/>
            <a:stretch>
              <a:fillRect/>
            </a:stretch>
          </p:blipFill>
          <p:spPr>
            <a:xfrm>
              <a:off x="849200" y="922788"/>
              <a:ext cx="2763802" cy="1090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2513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26283</TotalTime>
  <Words>19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Lebo</dc:creator>
  <cp:lastModifiedBy>Bill Lebo</cp:lastModifiedBy>
  <cp:revision>1</cp:revision>
  <dcterms:created xsi:type="dcterms:W3CDTF">2025-12-16T13:39:49Z</dcterms:created>
  <dcterms:modified xsi:type="dcterms:W3CDTF">2026-01-03T19:43:32Z</dcterms:modified>
</cp:coreProperties>
</file>